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Yes — this file should be treated as </a:t>
            </a:r>
            <a:r>
              <a:rPr b="1" lang="en" sz="1100">
                <a:solidFill>
                  <a:schemeClr val="dk1"/>
                </a:solidFill>
              </a:rPr>
              <a:t>malicious</a:t>
            </a:r>
            <a:r>
              <a:rPr lang="en" sz="1100">
                <a:solidFill>
                  <a:schemeClr val="dk1"/>
                </a:solidFill>
              </a:rPr>
              <a:t>. VirusTotal shows </a:t>
            </a:r>
            <a:r>
              <a:rPr b="1" lang="en" sz="1100">
                <a:solidFill>
                  <a:schemeClr val="dk1"/>
                </a:solidFill>
              </a:rPr>
              <a:t>57/72 security vendors</a:t>
            </a:r>
            <a:r>
              <a:rPr lang="en" sz="1100">
                <a:solidFill>
                  <a:schemeClr val="dk1"/>
                </a:solidFill>
              </a:rPr>
              <a:t> flagging it, the </a:t>
            </a:r>
            <a:r>
              <a:rPr b="1" lang="en" sz="1100">
                <a:solidFill>
                  <a:schemeClr val="dk1"/>
                </a:solidFill>
              </a:rPr>
              <a:t>community score is -294</a:t>
            </a:r>
            <a:r>
              <a:rPr lang="en" sz="1100">
                <a:solidFill>
                  <a:schemeClr val="dk1"/>
                </a:solidFill>
              </a:rPr>
              <a:t>, and the detection names repeatedly classify it as </a:t>
            </a:r>
            <a:r>
              <a:rPr b="1" lang="en" sz="1100">
                <a:solidFill>
                  <a:schemeClr val="dk1"/>
                </a:solidFill>
              </a:rPr>
              <a:t>Trojan/Backdoor/Malware</a:t>
            </a:r>
            <a:r>
              <a:rPr lang="en" sz="1100">
                <a:solidFill>
                  <a:schemeClr val="dk1"/>
                </a:solidFill>
              </a:rPr>
              <a:t> (for example, FlagPro/Fragtor/Kryptik). That is a strong, consistent malicious verdict.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detect-debug-environment, long-sleeps, service-scan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Internet Explorer (iexplore.exe)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C:\Users\&lt;USER&gt;\Desktop\executable.exe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org.misecure.com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8.8.8.8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287d612e29b71c90aa54947313810a25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